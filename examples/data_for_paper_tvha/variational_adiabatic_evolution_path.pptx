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7F"/>
    <a:srgbClr val="F58220"/>
    <a:srgbClr val="CCDEE5"/>
    <a:srgbClr val="FDB9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71F41-9775-EA2A-4ABE-9AF02C5A4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6B3C37-2578-E2F7-E44C-2F0036333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027EF-88F8-6721-33A4-FB18769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2B4B86-A3D2-B402-C4F8-B9A4DEB5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FADB6D-BDEE-EB66-67E5-CDF49A85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24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DD93C-B142-DD78-DC24-C094AD58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3C6090-6530-4318-148E-2B8CF7C3A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7EB213-6CC2-629A-81AE-48382B1C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3324BF-20C5-44D9-4B24-F269C52B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5F9AFD-C840-459E-5572-1C4D4BFB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569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8D3D4-E0F7-26E6-778B-30E02579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BF9010-75FB-FAB5-43E5-2F2BF0483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9E5B94-37FA-203E-BCF5-C50B04D7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CD81EB-6DC9-1D6F-B418-843BE86F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284C11-5396-A48E-9F8A-12FD5ABE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91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7513C-34E3-5728-C124-3C60E948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28A3BC-FCEC-DA49-99CE-6310A009B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18B4E4-DFD2-8FE5-D7F4-FD568BCB7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207DD6-7E88-181D-305F-D6F38628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A565C0-5D7C-F696-1AD6-AA91C416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39DEE6-7C8E-95A3-5FBC-65CD9693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01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A8DB7-0B91-C08C-2532-01452255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038BBF-8526-5938-C9BE-A928C38A3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6D8958-300B-4E89-2CF9-3B413F2CC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93D2E5-5B1D-C628-28EA-293D3B732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165248-CEE8-CC5E-8883-C8A92EE6A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EF4CAA3-859C-358A-84F7-986FD82F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EE91A3B-3AC1-6C99-AC92-4D222828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E0DCBD-0E01-628C-9897-F3EB5CB7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089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39FA8-2A62-6272-DF4B-7ABB80E9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39C43B-0018-E5D5-86CC-C0EE56DA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B2501AE-3B3C-96E0-96B1-652F83D5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85858B-8822-C7C6-6494-CE4F1C48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47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57E1AC-B044-785D-8C28-B711C64C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F26FC6-1342-2B6B-1AC4-CA4BF60B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8E0B1C-20A9-A4D3-DFBA-7873F114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9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9974B-17E1-3480-59D5-88363CD0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29C611-2184-0068-0841-8BF8849FD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0DE693-23DB-1594-8056-750018447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2F6DED-5953-17A3-CCF2-6550B4B0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409041-389F-A2C5-9AA0-0B6A4292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5E4F76-E921-4934-4FDB-FFE797CC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59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1FF442-CDF5-C4AD-1E7B-35F5A54E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DDF9FB6-5655-6B7D-3DA0-AD82DC1C7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0F8918-8B99-1984-55C4-7C646CDD5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E977E0-568E-2770-0A01-0F0D134C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C211CD-1F0F-23B3-56EC-69A901E2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3484B5-4850-1F68-8817-E13D64AA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81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09775-13E5-05B1-9B55-0EE2B843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7597BE-C907-87BF-F6C4-68481D20B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9EB921-3303-EECE-C348-0928221F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78DD96-2205-D5F5-687C-07DDC64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AC92BA-2538-48E2-5D18-2A960E6E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79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81E714-D3A7-5FD9-6F6F-01007D339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19A85A-DB59-2DAE-4BC2-D0C664CFC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A83734-3BB5-7B0D-51D6-C21C171E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10FEF1-14E1-4015-3D39-88CB48E5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311A50-219C-0A6F-B57F-D0360DBE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86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44C8B2F-7676-5895-E7CA-66404D52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08D94F-56CB-7E18-1AF8-77A5CE9F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D2026A-0F3B-2E4B-E808-697972DD9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B758B-EE42-42D1-B77E-1ACF37FB216D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9C8756-2501-2706-9F4B-F33DE7B77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534ECB-61F0-D9C8-BB8F-668B81881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4890D-9EE2-4047-A73F-70884DB50E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51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9512900-9EA3-29E3-248A-A35D6B469E81}"/>
              </a:ext>
            </a:extLst>
          </p:cNvPr>
          <p:cNvGrpSpPr/>
          <p:nvPr/>
        </p:nvGrpSpPr>
        <p:grpSpPr>
          <a:xfrm>
            <a:off x="538926" y="791837"/>
            <a:ext cx="10603836" cy="4443781"/>
            <a:chOff x="538926" y="791837"/>
            <a:chExt cx="10603836" cy="4443781"/>
          </a:xfrm>
        </p:grpSpPr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88567DCF-19A1-2B0D-BF08-E29322938DF3}"/>
                </a:ext>
              </a:extLst>
            </p:cNvPr>
            <p:cNvSpPr/>
            <p:nvPr/>
          </p:nvSpPr>
          <p:spPr>
            <a:xfrm>
              <a:off x="9354608" y="1608664"/>
              <a:ext cx="1275643" cy="1206676"/>
            </a:xfrm>
            <a:custGeom>
              <a:avLst/>
              <a:gdLst>
                <a:gd name="csX0" fmla="*/ 26459 w 1275643"/>
                <a:gd name="csY0" fmla="*/ 207436 h 1206676"/>
                <a:gd name="csX1" fmla="*/ 123825 w 1275643"/>
                <a:gd name="csY1" fmla="*/ 1164169 h 1206676"/>
                <a:gd name="csX2" fmla="*/ 1207559 w 1275643"/>
                <a:gd name="csY2" fmla="*/ 982136 h 1206676"/>
                <a:gd name="csX3" fmla="*/ 1122892 w 1275643"/>
                <a:gd name="csY3" fmla="*/ 469903 h 1206676"/>
                <a:gd name="csX4" fmla="*/ 796925 w 1275643"/>
                <a:gd name="csY4" fmla="*/ 558803 h 1206676"/>
                <a:gd name="csX5" fmla="*/ 462492 w 1275643"/>
                <a:gd name="csY5" fmla="*/ 203203 h 1206676"/>
                <a:gd name="csX6" fmla="*/ 144992 w 1275643"/>
                <a:gd name="csY6" fmla="*/ 3 h 1206676"/>
                <a:gd name="csX7" fmla="*/ 26459 w 1275643"/>
                <a:gd name="csY7" fmla="*/ 207436 h 1206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75643" h="1206676">
                  <a:moveTo>
                    <a:pt x="26459" y="207436"/>
                  </a:moveTo>
                  <a:cubicBezTo>
                    <a:pt x="22931" y="401464"/>
                    <a:pt x="-73025" y="1035052"/>
                    <a:pt x="123825" y="1164169"/>
                  </a:cubicBezTo>
                  <a:cubicBezTo>
                    <a:pt x="320675" y="1293286"/>
                    <a:pt x="1041048" y="1097847"/>
                    <a:pt x="1207559" y="982136"/>
                  </a:cubicBezTo>
                  <a:cubicBezTo>
                    <a:pt x="1374070" y="866425"/>
                    <a:pt x="1191331" y="540459"/>
                    <a:pt x="1122892" y="469903"/>
                  </a:cubicBezTo>
                  <a:cubicBezTo>
                    <a:pt x="1054453" y="399348"/>
                    <a:pt x="906991" y="603253"/>
                    <a:pt x="796925" y="558803"/>
                  </a:cubicBezTo>
                  <a:cubicBezTo>
                    <a:pt x="686859" y="514353"/>
                    <a:pt x="571147" y="296336"/>
                    <a:pt x="462492" y="203203"/>
                  </a:cubicBezTo>
                  <a:cubicBezTo>
                    <a:pt x="353837" y="110070"/>
                    <a:pt x="218370" y="-702"/>
                    <a:pt x="144992" y="3"/>
                  </a:cubicBezTo>
                  <a:cubicBezTo>
                    <a:pt x="71614" y="708"/>
                    <a:pt x="29987" y="13408"/>
                    <a:pt x="26459" y="207436"/>
                  </a:cubicBezTo>
                  <a:close/>
                </a:path>
              </a:pathLst>
            </a:custGeom>
            <a:solidFill>
              <a:srgbClr val="FDB913">
                <a:alpha val="60000"/>
              </a:srgbClr>
            </a:solidFill>
            <a:ln>
              <a:solidFill>
                <a:srgbClr val="FDB9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704A2C5F-A69E-8264-F2B1-BCD6022AA8D4}"/>
                </a:ext>
              </a:extLst>
            </p:cNvPr>
            <p:cNvSpPr/>
            <p:nvPr/>
          </p:nvSpPr>
          <p:spPr>
            <a:xfrm>
              <a:off x="1287709" y="1257726"/>
              <a:ext cx="8527409" cy="3977892"/>
            </a:xfrm>
            <a:custGeom>
              <a:avLst/>
              <a:gdLst>
                <a:gd name="csX0" fmla="*/ 0 w 6736360"/>
                <a:gd name="csY0" fmla="*/ 1334472 h 3977892"/>
                <a:gd name="csX1" fmla="*/ 2986481 w 6736360"/>
                <a:gd name="csY1" fmla="*/ 122263 h 3977892"/>
                <a:gd name="csX2" fmla="*/ 3733101 w 6736360"/>
                <a:gd name="csY2" fmla="*/ 3972810 h 3977892"/>
                <a:gd name="csX3" fmla="*/ 6736360 w 6736360"/>
                <a:gd name="csY3" fmla="*/ 927606 h 39778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36360" h="3977892">
                  <a:moveTo>
                    <a:pt x="0" y="1334472"/>
                  </a:moveTo>
                  <a:cubicBezTo>
                    <a:pt x="1182149" y="508506"/>
                    <a:pt x="2364298" y="-317460"/>
                    <a:pt x="2986481" y="122263"/>
                  </a:cubicBezTo>
                  <a:cubicBezTo>
                    <a:pt x="3608664" y="561986"/>
                    <a:pt x="3108121" y="3838586"/>
                    <a:pt x="3733101" y="3972810"/>
                  </a:cubicBezTo>
                  <a:cubicBezTo>
                    <a:pt x="4358081" y="4107034"/>
                    <a:pt x="6183386" y="1543498"/>
                    <a:pt x="6736360" y="927606"/>
                  </a:cubicBezTo>
                </a:path>
              </a:pathLst>
            </a:custGeom>
            <a:noFill/>
            <a:ln w="3175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6" name="Kreuz 35">
              <a:extLst>
                <a:ext uri="{FF2B5EF4-FFF2-40B4-BE49-F238E27FC236}">
                  <a16:creationId xmlns:a16="http://schemas.microsoft.com/office/drawing/2014/main" id="{297C789B-A0B5-F99B-7DB8-CD3FD4625B5D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9648947" y="2008380"/>
              <a:ext cx="332341" cy="332341"/>
            </a:xfrm>
            <a:prstGeom prst="plus">
              <a:avLst>
                <a:gd name="adj" fmla="val 42222"/>
              </a:avLst>
            </a:prstGeom>
            <a:solidFill>
              <a:srgbClr val="FDB9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3998BD8F-55B1-A16F-7D52-1D6DDF871A56}"/>
                </a:ext>
              </a:extLst>
            </p:cNvPr>
            <p:cNvCxnSpPr>
              <a:cxnSpLocks/>
            </p:cNvCxnSpPr>
            <p:nvPr/>
          </p:nvCxnSpPr>
          <p:spPr>
            <a:xfrm>
              <a:off x="6080998" y="2146300"/>
              <a:ext cx="0" cy="2429933"/>
            </a:xfrm>
            <a:prstGeom prst="straightConnector1">
              <a:avLst/>
            </a:prstGeom>
            <a:ln w="38100">
              <a:solidFill>
                <a:srgbClr val="F5822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A5C65944-F13A-A856-2AB1-193F0060465A}"/>
                </a:ext>
              </a:extLst>
            </p:cNvPr>
            <p:cNvCxnSpPr>
              <a:cxnSpLocks/>
            </p:cNvCxnSpPr>
            <p:nvPr/>
          </p:nvCxnSpPr>
          <p:spPr>
            <a:xfrm>
              <a:off x="6080998" y="4576233"/>
              <a:ext cx="2652369" cy="219626"/>
            </a:xfrm>
            <a:prstGeom prst="straightConnector1">
              <a:avLst/>
            </a:prstGeom>
            <a:ln w="38100">
              <a:solidFill>
                <a:srgbClr val="F5822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75850AF4-BE44-D8DB-C9F6-DE363D4D19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5267" y="2915619"/>
              <a:ext cx="1934984" cy="1880240"/>
            </a:xfrm>
            <a:prstGeom prst="straightConnector1">
              <a:avLst/>
            </a:prstGeom>
            <a:ln w="38100">
              <a:solidFill>
                <a:srgbClr val="F5822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23F40AD7-A30B-C420-1179-092D4A903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1016" y="1006008"/>
              <a:ext cx="2774337" cy="1583636"/>
            </a:xfrm>
            <a:prstGeom prst="straightConnector1">
              <a:avLst/>
            </a:prstGeom>
            <a:ln w="38100">
              <a:solidFill>
                <a:srgbClr val="F5822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27ED16A1-6014-DBB9-47B4-36A3E848CEE2}"/>
                </a:ext>
              </a:extLst>
            </p:cNvPr>
            <p:cNvCxnSpPr>
              <a:cxnSpLocks/>
            </p:cNvCxnSpPr>
            <p:nvPr/>
          </p:nvCxnSpPr>
          <p:spPr>
            <a:xfrm>
              <a:off x="4065353" y="1030273"/>
              <a:ext cx="2030647" cy="1116027"/>
            </a:xfrm>
            <a:prstGeom prst="straightConnector1">
              <a:avLst/>
            </a:prstGeom>
            <a:ln w="38100">
              <a:solidFill>
                <a:srgbClr val="F5822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E6AA7A6D-AD1C-6812-D40E-D9EC8FCCD01F}"/>
                </a:ext>
              </a:extLst>
            </p:cNvPr>
            <p:cNvSpPr txBox="1"/>
            <p:nvPr/>
          </p:nvSpPr>
          <p:spPr>
            <a:xfrm>
              <a:off x="538926" y="2346955"/>
              <a:ext cx="6863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800" dirty="0">
                  <a:solidFill>
                    <a:srgbClr val="CCDE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HF</a:t>
              </a:r>
            </a:p>
          </p:txBody>
        </p:sp>
        <p:sp>
          <p:nvSpPr>
            <p:cNvPr id="34" name="Kreuz 33">
              <a:extLst>
                <a:ext uri="{FF2B5EF4-FFF2-40B4-BE49-F238E27FC236}">
                  <a16:creationId xmlns:a16="http://schemas.microsoft.com/office/drawing/2014/main" id="{CE2F057D-6BB1-D576-9369-B9264D06D687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1109844" y="2423473"/>
              <a:ext cx="332341" cy="332341"/>
            </a:xfrm>
            <a:prstGeom prst="plus">
              <a:avLst>
                <a:gd name="adj" fmla="val 42222"/>
              </a:avLst>
            </a:prstGeom>
            <a:solidFill>
              <a:srgbClr val="CCDE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9F38466C-6307-6AEC-DFC7-1ED258B7A962}"/>
                </a:ext>
              </a:extLst>
            </p:cNvPr>
            <p:cNvSpPr txBox="1"/>
            <p:nvPr/>
          </p:nvSpPr>
          <p:spPr>
            <a:xfrm>
              <a:off x="9918324" y="1512292"/>
              <a:ext cx="7792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800" dirty="0">
                  <a:solidFill>
                    <a:srgbClr val="FDB91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FCI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2DEE8FC6-C582-B17C-BA6F-C85971E27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8516" y="1363133"/>
              <a:ext cx="2735851" cy="1226510"/>
            </a:xfrm>
            <a:prstGeom prst="straightConnector1">
              <a:avLst/>
            </a:prstGeom>
            <a:ln w="38100">
              <a:solidFill>
                <a:srgbClr val="005B7F"/>
              </a:solidFill>
              <a:prstDash val="sysDot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A910BC08-5397-2ADC-4871-0914F1336E25}"/>
                </a:ext>
              </a:extLst>
            </p:cNvPr>
            <p:cNvCxnSpPr>
              <a:cxnSpLocks/>
            </p:cNvCxnSpPr>
            <p:nvPr/>
          </p:nvCxnSpPr>
          <p:spPr>
            <a:xfrm>
              <a:off x="4034367" y="1363132"/>
              <a:ext cx="1316566" cy="225154"/>
            </a:xfrm>
            <a:prstGeom prst="straightConnector1">
              <a:avLst/>
            </a:prstGeom>
            <a:ln w="38100">
              <a:solidFill>
                <a:srgbClr val="005B7F"/>
              </a:solidFill>
              <a:prstDash val="sysDot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9C1FEDFE-A7A2-7ACC-F4D4-4C1FE4201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7650" y="791837"/>
              <a:ext cx="1908605" cy="789278"/>
            </a:xfrm>
            <a:prstGeom prst="straightConnector1">
              <a:avLst/>
            </a:prstGeom>
            <a:ln w="38100">
              <a:solidFill>
                <a:srgbClr val="005B7F"/>
              </a:solidFill>
              <a:prstDash val="sysDot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3ADD4104-C3F8-653F-499B-F643C79398C4}"/>
                </a:ext>
              </a:extLst>
            </p:cNvPr>
            <p:cNvCxnSpPr>
              <a:cxnSpLocks/>
            </p:cNvCxnSpPr>
            <p:nvPr/>
          </p:nvCxnSpPr>
          <p:spPr>
            <a:xfrm>
              <a:off x="7236255" y="798778"/>
              <a:ext cx="1162678" cy="2230625"/>
            </a:xfrm>
            <a:prstGeom prst="straightConnector1">
              <a:avLst/>
            </a:prstGeom>
            <a:ln w="38100">
              <a:solidFill>
                <a:srgbClr val="005B7F"/>
              </a:solidFill>
              <a:prstDash val="sysDot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39DEA464-B02A-7EE1-5020-8AF04249D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8933" y="2146300"/>
              <a:ext cx="1316567" cy="883103"/>
            </a:xfrm>
            <a:prstGeom prst="straightConnector1">
              <a:avLst/>
            </a:prstGeom>
            <a:ln w="38100">
              <a:solidFill>
                <a:srgbClr val="005B7F"/>
              </a:solidFill>
              <a:prstDash val="sysDot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AF146DFE-CBE2-0FD9-ED02-DECF5A1D7D24}"/>
                </a:ext>
              </a:extLst>
            </p:cNvPr>
            <p:cNvSpPr txBox="1"/>
            <p:nvPr/>
          </p:nvSpPr>
          <p:spPr>
            <a:xfrm rot="18970133">
              <a:off x="8415412" y="3843429"/>
              <a:ext cx="27273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>
                  <a:solidFill>
                    <a:srgbClr val="F58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discrete</a:t>
              </a:r>
              <a:r>
                <a:rPr lang="de-DE" sz="2000" dirty="0">
                  <a:solidFill>
                    <a:srgbClr val="F58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2000" dirty="0" err="1">
                  <a:solidFill>
                    <a:srgbClr val="F58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adiabatic</a:t>
              </a:r>
              <a:r>
                <a:rPr lang="de-DE" sz="2000" dirty="0">
                  <a:solidFill>
                    <a:srgbClr val="F58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2000" dirty="0" err="1">
                  <a:solidFill>
                    <a:srgbClr val="F582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path</a:t>
              </a:r>
              <a:endParaRPr lang="de-DE" sz="2000" dirty="0">
                <a:solidFill>
                  <a:srgbClr val="F582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72A518A0-FBDF-BB22-171E-2DE2BC3E8A9D}"/>
                </a:ext>
              </a:extLst>
            </p:cNvPr>
            <p:cNvSpPr txBox="1"/>
            <p:nvPr/>
          </p:nvSpPr>
          <p:spPr>
            <a:xfrm rot="3791381">
              <a:off x="6559689" y="1729944"/>
              <a:ext cx="2121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>
                  <a:solidFill>
                    <a:srgbClr val="005B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variational</a:t>
              </a:r>
              <a:r>
                <a:rPr lang="de-DE" sz="2000" dirty="0">
                  <a:solidFill>
                    <a:srgbClr val="005B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2000" dirty="0" err="1">
                  <a:solidFill>
                    <a:srgbClr val="005B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path</a:t>
              </a:r>
              <a:endParaRPr lang="de-DE" sz="2000" dirty="0">
                <a:solidFill>
                  <a:srgbClr val="005B7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69836AEA-38CD-C6D3-647A-B3EAD93267D2}"/>
                </a:ext>
              </a:extLst>
            </p:cNvPr>
            <p:cNvSpPr txBox="1"/>
            <p:nvPr/>
          </p:nvSpPr>
          <p:spPr>
            <a:xfrm rot="5200251">
              <a:off x="4440066" y="3387828"/>
              <a:ext cx="17751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adiabatic</a:t>
              </a:r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path</a:t>
              </a:r>
              <a:endParaRPr lang="de-DE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667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Fraunhofer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Sauer Possel, Clemens</dc:creator>
  <cp:lastModifiedBy>Sauer Possel, Clemens</cp:lastModifiedBy>
  <cp:revision>3</cp:revision>
  <dcterms:created xsi:type="dcterms:W3CDTF">2026-07-17T14:19:00Z</dcterms:created>
  <dcterms:modified xsi:type="dcterms:W3CDTF">2026-07-17T15:57:51Z</dcterms:modified>
</cp:coreProperties>
</file>